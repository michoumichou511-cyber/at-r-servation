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présenter, présenter le projet en une phrase : une plateforme intranet de gestion des missions et réservations pour Algérie Télécom. Remercier le jury et l'encadrant.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les 6 grandes parties pour donner une vue d'ensemble claire au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situation initiale observée à Algérie Télécom : gestion papier/email, pas de centralisation, pas de suivi des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Énoncer clairement la question centrale du PFF — celle à laquelle l'application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4 objectifs majeurs fixés au départ du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des solutions existent mais qu'aucune n'est adaptée au contexte algérien — c'est la valeur ajoutée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la stack : Laravel 12 API, React 18 + TypeScript, shadcn/ui + Tailwind, Vite, Framer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flux : le frontend React consomme l'API REST Laravel via des requêtes authentifiées.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hiérarchie des 4 rôles RBAC et comment le middleware Laravel restreint chaque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 cycle de vie : brouillon → en cours → en attente → validée ou rejetée, avec notification à chaque changement.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capture réelle du dashboard. Décrire les indicateurs : missions actives, en attente, validées, et la liste des dernières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formulaire de soumission puis le suivi de statut en temps réel jusqu'à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l'organigramme interactif avec les vrais utilisateurs de la base de données, les 37 comptes seedés.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système de notation des prestataires après chaque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l'export Excel comme outil de pilotage pour les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démarche sécurité : middleware RBAC, gestion des secrets, auth par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cohérence visuelle : palette AT, typo DM Sans, badges shadcn/ui réutilisés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concrets et mémorables pour le jury : 79+ routes, 4 rôles, 37 comptes, 5 statuts.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difficultés réelles et la solution apportée — l'audit .env est un excellent exemple de maturité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évolutions comme preuve de vision produit à long terme.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jury, inviter aux questions. Garder les chiffres clés en tête (79+ routes, 4 rôles, 37 comptes).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DE 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Réservations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gestion des missions et réservations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professionnelles au profit d'Algérie Télécom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4 rôles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par Ramzi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 : [Nom de l'encadrant]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INSFP en Audiovisuel — Echahid Ahmed Mehdi, Ouled Fayet — Session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A65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&amp; Étude de marché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Technologies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930C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Design System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Défis &amp; Perspectives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encore manuelle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Algérie Télécom, les demandes de mission et de réservation sont traitées de façon dispersée, sans outil centralisé ni traçabilité fiable.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dispersées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Papier, e-mails et appels sans suivi centralisé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hiérarchique manuel, sans visibilité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peu maîtrisés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consolidée des dépenses par direction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digitaliser et fiabiliser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missions et réservations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professionnelles à Algérie Télécom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4572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</p:bldLst>
  </p:timing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doit apporter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les demandes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point d'entrée unique pour toutes les missions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la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circuit d'approbation multi-niveaux traçable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accès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droits précis selon le rôle de chaque utilisateur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 le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exports et statistiques fiables pour le pilotage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ÉTUDE DE MARCHÉ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positionner face aux solutions existantes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603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 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entreprises (FR)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de 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Concur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Multinationales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mondial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TravelPerk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Entreprises modernes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fluide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Réservations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Algérie Télécom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Sur-mesure, rôles &amp; coûts locaux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7" grpId="0" animBg="1"/>
      <p:bldP spid="8" grpId="0" animBg="1"/>
    </p:bldLst>
  </p:timing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TECHNOLOGIES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stack moderne et robuste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79+ endpoints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relationnelle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par token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E8930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RBAC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par rôle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61DAF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moderne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shadcn/ui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cohérent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développement rapide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 fluides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client–serveur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79+ endpoints sécurisés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utilisateurs, rôles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650"/>
                </a:solidFill>
              </a:rPr>
              <a:t>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15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3DA5"/>
                </a:solidFill>
              </a:rPr>
              <a:t>⇄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via API REST · JSON · Authentification par token Sanctum · Contrôle d'accès RBAC à chaque requête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SÉCURITÉ &amp; ACCÈS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rôles, quatre niveaux d'accès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 les demandes de mission et de réservation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178308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les missions et leur statut d'avancement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1783080"/>
            <a:ext cx="777240" cy="777240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 ou rejette les demandes soumises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83080"/>
            <a:ext cx="777240" cy="7772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les utilisateurs, rôles et paramètres système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des missions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3108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3545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statuts modélisent le cycle de vie complet d'une mission,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dépôt de la demande jusqu'à la décision finale du validateur.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en un coup d'œil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03-dashboard-admin.png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</p:bldLst>
  </p:timing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suivre une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08-creation-mission.png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de demande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 de mission (voyage / déplacement)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Destination et dates de départ / retour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Motif et direction concernée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Pièces justificatives jointes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Organigramme interactif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15-organigramme.png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</p:bldLst>
  </p:timing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qualité des prestataires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Qualité de service rendu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Respect des délais convenus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Rapport qualité / prix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Conformité aux engagements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Prestataire — Transport Sahel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⭐⭐⭐⭐ 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/ 5 — 37 évaluations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consultable par chaque validateur avant l'attribution d'une nouvelle mission au prestataire.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et export Excel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Génération de rapports Excel via maatwebsite/excel, directement depuis l'interface 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missions filtrée par statut, période ou 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des coûts de mission par direction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et notation des prestataires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SÉCURITÉ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au cœur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RBAC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route API protégée par middleware vérifiant le rôle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exclu du dépôt, audit de sécurité réalisé et corrigé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API sécurisée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authentifiés par jeton Sanctum, validés à chaque requête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IDENTITÉ VISUELLE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design system cohérent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#003DA5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 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#00A650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#E8930C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#DC3545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#44546A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Sans — Policeprincipale de l'interface, claire, moderne et lisible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de statut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A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chiffres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060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RBAC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seedés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mission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RETOUR D'EXPÉRIENCE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rencontrés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(.env) exposées dans le dépôt Git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sécurité, retrait du .env et .gitignore strict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visuelle entre les modules de l'application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centralisé shadcn/ui + Tailwind 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 validation multi-rôles complexe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657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par statuts + middleware RBAC dédié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la soutenance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temps réel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instantanées à chaque changement de statut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Flutter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missions en déplacement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budgétaire avancé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Plafonds de dépense par direction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Analytique avancée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décisionnels enrichis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  ·  Algérie Télécom  ·  INSFP AV  ·  Session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Soutenance PFF — Algérie Télécom</dc:subject>
  <dc:creator>Ramzi — AT Réservations</dc:creator>
  <cp:lastModifiedBy>Ramzi — AT Réservations</cp:lastModifiedBy>
  <cp:revision>1</cp:revision>
  <dcterms:created xsi:type="dcterms:W3CDTF">2026-08-08T16:18:14Z</dcterms:created>
  <dcterms:modified xsi:type="dcterms:W3CDTF">2026-08-08T16:18:14Z</dcterms:modified>
</cp:coreProperties>
</file>