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présenter, présenter le projet en une phrase : une plateforme intranet de gestion des missions et réservations pour Algérie Télécom. Remercier le jury et l'encadrant.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les 6 grandes parties pour donner une vue d'ensemble claire au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situation initiale observée à Algérie Télécom : gestion papier/email, pas de centralisation, pas de suivi des coûts.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clairement la question centrale du PFF — celle à laquelle l'application répond.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objectifs majeurs fixés au départ du cahier des charges.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des solutions existent mais qu'aucune n'est adaptée au contexte algérien — c'est la valeur ajoutée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la stack : Laravel 12 API, React 18 + TypeScript, shadcn/ui + Tailwind, Vite,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flux : le frontend React consomme l'API REST Laravel via des requêtes authentifiées.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Décrire la hiérarchie des 4 rôles RBAC et comment le middleware Laravel restreint chaque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Détailler le cycle de vie : brouillon → en cours → en attente → validée ou rejetée, avec notification à chaque changement.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capture réelle du dashboard. Décrire les indicateurs : missions actives, en attente, validées, et la liste des dernières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formulaire de soumission puis le suivi de statut en temps réel jusqu'à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l'organigramme interactif avec les vrais utilisateurs de la base de données, les 37 comptes seedés.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système de notation des prestataires après chaque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l'export Excel comme outil de pilotage pour les responsables.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démarche sécurité : middleware RBAC, gestion des secrets, auth par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cohérence visuelle : palette AT, typo DM Sans, badges shadcn/ui réutilisés partout.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concrets et mémorables pour le jury : 79+ routes, 4 rôles, 37 comptes, 5 statuts.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difficultés réelles et la solution apportée — l'audit .env est un excellent exemple de maturité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évolutions comme preuve de vision produit à long terme.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jury, inviter aux questions. Garder les chiffres clés en tête (79+ routes, 4 rôles, 37 comptes).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DE FIN DE FORMATION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Réservations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gestion des missions et réservations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professionnelles au profit d'Algérie Télécom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3017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8930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· 4 rôles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par Ramzi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 : [Nom de l'encadrant]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INSFP en Audiovisuel — Echahid Ahmed Mehdi, Ouled Fayet — Session 2026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A6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&amp; Étude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Technologies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8930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2788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Design System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5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Bilan, Défis &amp; Perspectives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encore manuelle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Algérie Télécom, les demandes de mission et de réservation sont traitées de façon dispersée, sans outil centralisé ni traçabilité fiable.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Demandes dispersées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Papier, e-mails et appels sans suivi centralisé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hiérarchique manuel, sans visibilité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Coûts peu maîtrisés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vue consolidée des dépenses par direction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digitaliser et fiabiliser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des missions et réservations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professionnelles à Algérie Télécom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</p:bldLst>
  </p:timing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OBJECTIFS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doit apporter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les demandes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point d'entrée unique pour toutes les missions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circuit d'approbation multi-niveaux traçable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6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accès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droits précis selon le rôle de chaque utilisateur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Fiabiliser le reporting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exports et statistiques fiables pour le pilotage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ÉTUDE DE MARCHÉ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positionner face aux solutions existantes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5603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 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Adapté 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Grandes entreprises (FR)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de 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Concur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Multinationales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mondial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TravelPerk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Entreprises modernes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fluide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Réservations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Algérie Télécom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Sur-mesure, rôles &amp; coûts locaux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A6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Oui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</p:bldLst>
  </p:timing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TECHNOLOGIES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stack moderne et robuste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79+ endpoints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relationnelle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par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E89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RBAC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par rôle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92024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202996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61DAFB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moderne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65176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76148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38328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49300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développement rapide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4114800"/>
            <a:ext cx="3931920" cy="594360"/>
          </a:xfrm>
          <a:prstGeom prst="roundRect">
            <a:avLst>
              <a:gd name="adj" fmla="val 9231"/>
            </a:avLst>
          </a:prstGeom>
          <a:solidFill>
            <a:srgbClr val="0A162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4224528"/>
            <a:ext cx="73152" cy="365760"/>
          </a:xfrm>
          <a:prstGeom prst="roundRect">
            <a:avLst>
              <a:gd name="adj" fmla="val 25000"/>
            </a:avLst>
          </a:prstGeom>
          <a:solidFill>
            <a:srgbClr val="F472B6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4165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 fluides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client–serveur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79+ endpoints sécurisés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828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utilisateurs, rôles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650"/>
                </a:solidFill>
              </a:rPr>
              <a:t>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15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3DA5"/>
                </a:solidFill>
              </a:rPr>
              <a:t>⇄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via API REST · JSON · Authentification par token Sanctum · Contrôle d'accès RBAC à chaque requête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SÉCURITÉ &amp; ACCÈS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rôles, quatre niveaux d'accès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0A6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Soumet les demandes de mission et de réservation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1783080"/>
            <a:ext cx="777240" cy="7772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 les missions et leur statut d'avancement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66360" y="1783080"/>
            <a:ext cx="777240" cy="777240"/>
          </a:xfrm>
          <a:prstGeom prst="ellipse">
            <a:avLst/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Approuve ou rejette les demandes soumises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783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2743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3154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utilisateurs, rôles et paramètres système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65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3108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3545"/>
                </a:solidFill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statuts modélisent le cycle de vie complet d'une mission,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dépôt de la demande jusqu'à la décision finale du validateur.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en un coup d'œil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03-dashboard-admin.png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suivre une 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08-creation-mission.png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 de demande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 de mission (voyage / déplacement)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Destination et dates de départ / retour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Motif et direction concernée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Pièces justificatives jointes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Organigramme interactif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Insérer : 15-organigramme.png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qualité des prestataires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d'évaluation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Qualité de service rendu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Respect des délais convenus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Rapport qualité / prix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Conformité aux engagements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Prestataire — Transport Sahel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 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 / 5 — 37 évaluations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consultable par chaque validateur avant l'attribution d'une nouvelle mission au prestataire.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FONCTIONNALITÉS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et export Excel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Génération de rapports Excel via maatwebsite/excel, directement depuis l'interface 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missions filtrée par statut, période ou direction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des coûts de mission par direction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0D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et notation des prestataires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SÉCURITÉ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au cœur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RBAC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route API protégée par middleware vérifiant le 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exclu du dépôt, audit de sécurité réalisé et corrigé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002D7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API sécurisée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Échanges authentifiés par jeton Sanctum, validés à chaque requête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IDENTITÉ VISUELLE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design system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#003DA5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65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 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#00A650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E893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#E8930C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#DC3545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#44546A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4630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Sans — Policeprincipale de l'interface, claire, moderne et lisible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de statut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44546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Brouillon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3DA5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E8930C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00A65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434340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Rejetée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A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en chiffres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60604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RBAC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seedés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008A42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828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903720" y="29260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mission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RETOUR D'EXPÉRIENCE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techniques rencontrés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(.env) exposées dans le dépôt Git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sécurité, retrait du .env et .gitignore strict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Incohérence visuelle entre les modules de l'application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centralisé shadcn/ui + Tailwind CSS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 validation multi-rôles complexe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3657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par statuts + middleware RBAC dédié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PERSPECTIVES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2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la soutenance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3DA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temps réel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instantanées à chaque changement de statut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78308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00A65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mobile Flutter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missions en déplacement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930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budgétaire avancé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Plafonds de dépense par direction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324612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Analytique avancée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Tableaux de bord décisionnels enrichis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36576"/>
          </a:xfrm>
          <a:prstGeom prst="rect">
            <a:avLst/>
          </a:prstGeom>
          <a:solidFill>
            <a:srgbClr val="00A6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RÉSERVATIONS  ·  Algérie Télécom  ·  INSFP AV  ·  Session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Soutenance PFF — Algérie Télécom</dc:subject>
  <dc:creator>Ramzi — AT Réservations</dc:creator>
  <cp:lastModifiedBy>Ramzi — AT Réservations</cp:lastModifiedBy>
  <cp:revision>1</cp:revision>
  <dcterms:created xsi:type="dcterms:W3CDTF">2026-08-08T16:18:14Z</dcterms:created>
  <dcterms:modified xsi:type="dcterms:W3CDTF">2026-08-08T16:18:14Z</dcterms:modified>
</cp:coreProperties>
</file>