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</p:bldLst>
  </p:timing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7" grpId="0" animBg="1"/>
      <p:bldP spid="8" grpId="0" animBg="1"/>
    </p:bldLst>
  </p:timing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